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9997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4E79"/>
                </a:solidFill>
                <a:latin typeface="Consolas"/>
                <a:ea typeface="微软雅黑"/>
              </a:rPr>
              <a:t>Willen 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一门中文关键字的解释型脚本语言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Willen131 · 程序设计实践大作业 · 2026-10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作业要求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设计一门解释型通用脚本语言（以作者名字命名）并实现解释器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语言至少支持：基本类型、数组、结构类型、基本输入输出、分支循环、函数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40864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配套：黑盒测试集、性能测试、开发指南、AI 开发指南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9776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用编程 Agent 基于该语言开发一个不少于 200 行的应用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1868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全过程使用 Git 进行版本管理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我的目标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不只是"能跑"，而是三门语言同时成立：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10512"/>
          <a:ext cx="1091153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目标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面向人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中文关键字 + 类 C 骨架，不熟悉英文也能读懂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面向机器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语法规则少、上下文无关、无歧义，编程 Agent 能一次写对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面向工程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有测试集兜底、有性能数据、有可复现的构建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Willen 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中文关键字的类 C 脚本语言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：动态类型、大括号分块、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无闭包、无异常、无类。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57984"/>
            <a:ext cx="10911535" cy="2999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结构 点 { 横, 纵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函数 距离平方(甲, 乙) 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设 横差 = 甲.横 - 乙.横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设 纵差 = 甲.纵 - 乙.纵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返回 横差 * 横差 + 纵差 * 纵差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设 甲 = 点{横: 0, 纵: 0}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设 乙 = 点{横: 3, 纵: 4}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打印("距离平方 = {距离平方(甲, 乙)}")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四大特色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特色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说明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中文关键字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设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如果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遍历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重复 5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21 个，无英文别名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自然语言式循环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重复 N 次 {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量词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次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夹住表达式，主流通用语言中独一无二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闭区间范围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0..9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含 9，共 10 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与 Rust/Kotlin 的同形语法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语义相反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条件强制括号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如果 (甲 &gt; 0) {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消除与结构字面量的歧义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诚实对照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Willen 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相似者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关键差异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中文关键字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易语言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易语言用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如果…那么…结束如果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闭合块；Willen 用大括号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范围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0..9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Rust、Kotlin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它们是左闭右开（不含 9），Willen 是闭区间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条件必须加括号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C、Java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Go / Rust / Swift 都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不要求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（而它们没有结构字面量语法）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字符串模板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Python f-string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语法相近；Willen 在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词法阶段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完成切分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整体组合是独有的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以下几条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同时成立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，任何现存语言都不具备：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1.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重复 N 次 { … }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—— 自然语言量词式循环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2.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0..N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是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闭区间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0545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3. 中文关键字 + 强制括号 + 闭区间范围 + 模板插值四者并存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4.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否则如果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不引入独立节点，而是解析为嵌套的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如果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单个特性可能有先例，组合没有。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词频统计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535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函数 词频统计(文本) 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设 词表 = 文本.分割(" ")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设 统计 = []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遍历 (词 在 词表) 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如果 (词 == "") { 继续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设 已见 = 假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遍历 (项 在 统计) 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如果 (项[0] == 词) 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    项[1] = 项[1] + 1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    已见 = 真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    跳出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如果 (非 已见) { 统计.追加([词, 1])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返回 统计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词频统计（续）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用到：函数、字符串方法、数组方法、嵌套数组、三种循环、跳转、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模板插值、中文错误信息所依赖的行号跟踪。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实际输出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12070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共 3 个不同的词，前 3 名如下：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苹果 出现 3 次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香蕉 出现 2 次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樱桃 出现 1 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21 个关键字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关键字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声明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设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常量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结构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函数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如果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否则如果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否则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循环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当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遍历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在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重复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次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跳出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继续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返回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字面量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真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假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空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且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或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非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七种类型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整数（64 位）· 小数 · 字符串 · 布尔 · 空 · 数组 · 结构体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规范文档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章节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内容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 语言概览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设计目标、差异论证、完整示例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 词法规则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字符集、注释、标识符、关键字、字面量、运算符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 语法文法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完整 EBNF + 33 条产生式与实现函数的对照表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4 语义规则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类型提升、真值判断、作用域、参数传递、字符串按字节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5 内置库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9 个全局函数 + 10 个数组方法 + 9 个字符串方法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6 错误码表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四类共 70 余条错误信息及触发条件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86791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规范文档 851 行，其中所有代码片段均在真实解释器上实测过。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源码 .wl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↓  词法分析（lexer.cpp）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词法单元流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↓  递归下降解析（parser.cpp / parser_stmt.cpp）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语法树 AST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↓  槽位绑定（resolver.cpp）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↓  树遍历求值（interp.cpp / interp_stmt.cpp）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运行结果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模块划分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职责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行数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token.h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词法单元、Token、中文关键字表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51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lexer.cpp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词法分析：源码 →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399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ast.h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语法树节点（17 表达式 + 12 语句）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ast_dump.cpp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语法树打印（调试与测试用）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174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parser.cpp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游标、表达式优先级阶梯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376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parser_stmt.cpp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语句解析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249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value.h/.cpp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值类型系统、深度比较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interp.h/.cpp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运行入口、表达式求值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约 400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interp_stmt.cpp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语句执行、函数调用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196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resolver.h/.cpp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变量槽位绑定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约 180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builtins.cpp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内置函数与对象方法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402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main.cpp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命令行（run / lex / ast / test / repl）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约 450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332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每个源文件都在 500 行以内。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四个命令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12070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willen run  &lt;文件.wl&gt;     # 执行脚本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willen repl               # 交互式解释器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willen test &lt;目录&gt;        # 运行黑盒测试集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willen lex / ast &lt;文件&gt;   # 调试：看词法单元 / 语法树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中文关键字是怎么实现的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lexer.cpp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里只有一行关键：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10911535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return std::isalpha(u) || c == '_' || u &gt;= 0x80;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UTF-8 把一个汉字编码成 3 个字节，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每个字节都 ≥ 0x80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72384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把标识符规则放宽到接受非 ASCII 字节后，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设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、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斐波那契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就和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1246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if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、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foo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一样被当作完整标识符读入，之后查同一张哈希表。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59936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结论：中文关键字不需要任何特殊处理，本质是「标识符规则放宽 + 哈希表」。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表达式优先级靠调用层次表达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parser.cpp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里没有优先级数字表，而是一条调用链：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10911535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赋值 → 或 → 且 → 相等 → 比较 → 范围 → 加减 → 乘除模 → 一元 → 后缀 → 基本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低优先级运算符位于调用栈外层，因此天然后结合。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977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读代码时看到的调用链，就是优先级表本身。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条件的括号是强制的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如果 甲 { }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里的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甲 {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与结构字面量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点{横: 1}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的写法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完全一致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解析器无从区分。强制括号把这个歧义在语法层面直接消除，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递归下降因此不需要任何回溯。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9806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这不是理论担忧——实现时真的踩到过：报错后若继续按原样解析，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甲 {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会被当成结构字面量，进而报出一串与真正原因无关的级联错误。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模板字符串在解析期降解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1.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词法阶段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"你好，{名字}！"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切成「文本 / 插值 / 文本」片段序列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2.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解析阶段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：插值片段被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递归送进词法 + 语法分析器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，变成子 AST 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运行时求值模板只剩字符串拼接，完全不碰字符串解析。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控制流用返回值传递，不用异常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exec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返回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Flow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枚举（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Normal / Break / Continue / Return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循环消费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Break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与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Continue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，函数体消费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Return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所以 `跳出` 不会穿出函数边界。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12 个模块、247 个断言 + 8 个错误用例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覆盖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01 字面量与类型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七种类型、转义、类型判断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02 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优先级、结合性、类型提升、短路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03 字符串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9 个方法 + 模板插值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04 数组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10 个方法、切片、二维、引用语义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05 结构体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字段读写、嵌套、传参引用语义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06 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三种分支形态、边界值、真值规则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07 循环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三种循环、跳出/继续、嵌套、快照语义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08 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返回值、作用域隔离、实参求值顺序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09 递归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阶乘、斐波那契、汉诺塔、深递归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10 内置函数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类型转换、随机数区间验证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11 综合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排序、二分查找、矩阵相乘、词频统计、素数筛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12 错误处理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8 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八类运行时错误的信息与行号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一条命令跑完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17190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$ ./willen test tests/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[通过] 01_字面量与类型.wl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...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[通过] 12_错误处理_递归过深.wl（预期出错）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--------------------------------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共 19 个测试文件，通过 19，失败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两个关键设计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一、断言库用 Willen 自己写。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测试基础设施由被测试的语言实现，这本身就是语言表达能力的证明。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二、期望文件全部手写。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0545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不由解释器生成——自动生成的"期望"只是把当前行为抄了一遍，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无论对错都会通过。手写期望虽然要多花力气核对，但换来的是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可见性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Day 10 就有一次「期望写 20 个断言、实际 23 个」的差异被抓出来。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公平性保障（六条）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两语言性能对比极容易做成不公平的，因此逐条交代：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1.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算法完全一致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——逐行对应，不存在一边用内置排序一边手写冒泡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2.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输入数据完全一致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——同一个自实现的线性同余生成器，不碰内置随机数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3.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结果逐字节校验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——两语言输出一致才计入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3814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4.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3 次取中位数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——降低系统噪声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8561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5.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计时在进程外部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——不依赖任何语言自身的计时函数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33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6. 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同机连续测量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——避免环境漂移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五组基准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fib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（函数调用）·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loop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（循环与变量）·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sort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（数组下标）·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str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（字符串复制）·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maze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（综合场景）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三版数据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v1 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v2 槽位化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v3 +kind分发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v1→v3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0.318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2.9×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0.205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8.3×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13.375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7.635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0.938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14.3×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1.1×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maze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0.239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5.8×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557016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相对 CPython 的倍率：从 8.6–64.5 倍收敛到 2.0–9.9 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两次优化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一、变量槽位化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：解析期把局部变量绑定成槽位下标，运行期按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寻址，取代原来的字符串哈希。顺带让作用域链整个消失。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二、求值分发改用 kind 枚举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：原实现用一长串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dynamic_cast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判断节点类型，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每求值一个节点要尝试十几个类型；改用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switch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后只剩一次跳转。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一个值得讲的过程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做完槽位化后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fib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只快了 8%——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正是这个「低于预期」的信号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促使我去查真正的热点，才发现了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dynamic_cast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分发的问题，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随后拿到 5–8 倍的提升。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如果当时因为"优化已经有效果了"而收手，就会错过它。优化必须由测量驱动。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诚实呈现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str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几乎没改善——它的热点是字符串复制（O(n²)），与两次优化都无关。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没有改善的项恰好印证优化是有的放矢的。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最大短板是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函数调用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（每次新建帧），这是后续方向。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为什么需要它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作业要求"设计供编程 Agent 使用的开发指南"。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而 Willen 是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中文关键字语言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，通用模型没有先验知识——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必须有一份精确的说明，否则 Agent 会按英文习惯写出大量语法错误。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指南结构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内容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 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绝对禁止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八条硬性规则：英文关键字、全角标点、条件缺括号、字符串花括号、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!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、英文方法名、嵌套函数、异常机制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 语义陷阱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九种「语法对但结果不对」：整数除法截断、真值判断、引用语义、字符串按字节……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 内置库速查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全部函数与方法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4 代码模板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骨架、三种循环、结构体、错误处理模式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5 自检清单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生成代码后逐条核对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6 验证方法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运行、读中文错误信息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同时打包为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skills/willen/SKILL.md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—— Claude Code 可直接通过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/willen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加载。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规则的来源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八条禁止事项大多来自实际踩过的坑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条件括号（Day 4）、字符串花括号（Day 9）、浮点打印（Day 12）。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指南里的每段示例都实测过。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三次实验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轮次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结果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25 行猜数字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首轮通过，八条规则零违反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206 行迷宫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首轮通过，但发现 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8 处指南空白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（5 处被规避）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321 行迷宫 + 新功能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首轮通过，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4 个规避行为全部消失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第二轮的关键发现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Agent 首轮零错误，但读它的自述会发现：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它是靠保守策略绕过去的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91153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疑问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真实答案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Agent 怎么做的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函数能读写顶层变量吗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回避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：用单元素数组当"可变盒子"传状态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!=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存在吗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存在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回避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：全写成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非 (甲 == 乙)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..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与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-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谁优先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..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更低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回避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：完全不用范围运算符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57530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它没出错，但付出了不必要的复杂度。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修订被证实有效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补上运算符表、作用域规则、类型范围、字符串拼接四节后，重做实验：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10512"/>
          <a:ext cx="1091153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观测点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第一轮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第三轮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共享随机状态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可变盒子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✅ 函数内直接改顶层变量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范围运算符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完全不用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✅ 用了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0..(尺寸-1)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全写成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非 (…)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✅ 用了裸比较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282696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指令中唯一改变的是指南内容，写法随之改变——排除了"模型随机性"的解释。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一条方法论结论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「零错误」这个指标会掩盖「指南没说清楚」这个问题。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只看通过率就会以为指南够好；**只有读 Agent 自述的不确定之处，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才能看见那些被绕过去的空白。**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迷宫生成与求解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apps/迷宫.wl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，354 行（非空 321 行），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完全用 Willen 语言编写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91153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说明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递归回溯法（显式栈迭代实现，任意尺寸都不触 200 层递归上限）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求解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广度优先搜索求最短路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字符画，墙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█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/ 通路空格 / 路径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·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/ 起点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起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/ 终点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终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尺寸、通路格数、路径长度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双模式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完整迷宫 / 只看路径形状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实际输出（节选）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█████████████████████████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█起····█     █         █ 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█████·█████ █ ███ ███ █ 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 █···█···█   █   █     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 █·███·█·█████ ███ █████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...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       █  ·····█·····█终█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█████████████████████████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这个应用本身就是一份活的「语言能力证明」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：二维数组、队列、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多函数协作、字符串构建、递归/迭代——语言的表达力在这里被完整检验。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逐日推进，可追溯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d01 词法器基础          d08 测试运行器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d02 字符串与运算符      d09-d10 12 模块测试集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d03 AST 与表达式解析    d11-d12 语言规范、开发指南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d04 语句解析器          d13 AI 指南与验证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d05 值类型与求值        d14 性能基准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d06 控制流与函数        d15-d16 Agent 开发迷宫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d07 内置库与 repl       d17 性能优化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                        d18 性能报告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每一条提交都能对应到具体工作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feat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/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fix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/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test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/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docs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/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perf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/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chore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六类前缀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提交信息写明「做了什么、为什么、怎么验证」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里程碑 tag：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v0.1-interpreter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（解释器可用）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仓库保持产品化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仓库里只有</a:t>
            </a: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代码、说明、测试、交付物文档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开发计划与过程草稿不进仓库（见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.gitignore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）。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几个有代表性的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根因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修法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编译失败但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零输出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系统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%TEMP%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堆积 2360 个文件，编译器前端无法创建临时文件而静默退出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build.sh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固定用项目内临时目录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中文路径完全不可用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①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u8path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依赖 locale ② </a:t>
                      </a:r>
                      <a:r>
                        <a:rPr sz="1100" b="1">
                          <a:latin typeface="Consolas"/>
                          <a:ea typeface="微软雅黑"/>
                        </a:rPr>
                        <a:t>Windows 传给 main 的 argv 本身就是 GBK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绕开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std::filesystem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，直接用 Windows API 转换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repl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里定义函数调不到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函数表存裸指针，而 repl 的语法树出作用域即销毁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解释器接管语法树所有权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测量脚本报告"结果不一致"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Python 输出 CRLF，Willen 输出 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比对前统一行尾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一条共同的经验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崩溃消失 ≠ 功能可用。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中文路径那个问题有两层根因：修掉第一层后不再崩溃了，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但文件仍然打不开。**如果当时收手，就会留下一个"看起来没问题、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0545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实际用不了"的功能。**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交付物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评分项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分值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latin typeface="Consolas"/>
                          <a:ea typeface="微软雅黑"/>
                        </a:rPr>
                        <a:t>产出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解释器实现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src/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12 个文件约 3000 行 + </a:t>
                      </a: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willen.exe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自动测试脚本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12 模块 247 断言 + 8 错误用例 + 自举断言库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性能测试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5 组基准 × 双语言 × 3 版本 + 完整报告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语法说明与指南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语言规范 851 行 + 开发指南 + AI 指南 + Skill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Agent 开发应用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Consolas"/>
                          <a:ea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Consolas"/>
                          <a:ea typeface="微软雅黑"/>
                        </a:rPr>
                        <a:t>apps/迷宫.wl</a:t>
                      </a:r>
                      <a:r>
                        <a:rPr sz="1100" b="0">
                          <a:latin typeface="Consolas"/>
                          <a:ea typeface="微软雅黑"/>
                        </a:rPr>
                        <a:t> 321 行 + 三步实验的开发记录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三条我认为最有价值的经验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一、测试集是改代码的底气。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性能优化动了核心执行路径，之所以敢动，是因为每步之后跑 19 个测试文件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（247 断言）都通过。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98064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二、优化必须由测量驱动。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槽位化后 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fib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只快 8% 这个"低于预期"的信号，直接指向了真正的热点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85616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dynamic_cast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分发），随后拿到 5–8 倍提升。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33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三、用 Agent 的实际行为检验文档，比通读文档有效得多。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Agent 会把"资料没写"精确暴露成"我不得不绕路"，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28032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而通读文档只会得出"该写的都写了"的错觉。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最大的性能短板是函数调用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（每次新建帧），优化它应能再进一步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字符串按字节操作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是已知限制，若需按字符处理中文可后续扩展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40864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可考虑编译为字节码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，替代当前的 AST 树遍历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onsolas"/>
                <a:ea typeface="微软雅黑"/>
              </a:rPr>
              <a:t>请提问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10911535" cy="127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286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项目地址：</a:t>
            </a:r>
            <a:r>
              <a:rPr sz="1500" b="0">
                <a:solidFill>
                  <a:srgbClr val="C0392B"/>
                </a:solidFill>
                <a:latin typeface="Consolas"/>
                <a:ea typeface="微软雅黑"/>
              </a:rPr>
              <a:t>github.com/Willen131/willen-lang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11535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git clone git@github.com-Willen131:Willen131/willen-lang.git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cd willen-lang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bash build.sh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./willen test tests/        # 一条命令跑完 247 个断言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onsolas"/>
                <a:ea typeface="微软雅黑"/>
              </a:rPr>
              <a:t>./willen run apps/迷宫.wl    # 运行迷宫应用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40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onsolas"/>
                <a:ea typeface="微软雅黑"/>
              </a:rPr>
              <a:t>语言名：Willen</a:t>
            </a:r>
            <a:r>
              <a:rPr sz="1500" b="0">
                <a:solidFill>
                  <a:srgbClr val="333333"/>
                </a:solidFill>
                <a:latin typeface="Consolas"/>
                <a:ea typeface="微软雅黑"/>
              </a:rPr>
              <a:t> —— 中文关键字的类 C 脚本语言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